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D2550">
              <a:alpha val="70000"/>
            </a:srgbClr>
          </a:solidFill>
          <a:ln w="12700">
            <a:solidFill>
              <a:srgbClr val="009B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-182880"/>
            <a:ext cx="3657600" cy="3657600"/>
          </a:xfrm>
          <a:prstGeom prst="ellipse">
            <a:avLst/>
          </a:prstGeom>
          <a:solidFill>
            <a:srgbClr val="0E2A58">
              <a:alpha val="60000"/>
            </a:srgbClr>
          </a:solidFill>
          <a:ln w="6350">
            <a:solidFill>
              <a:srgbClr val="00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731520"/>
            <a:ext cx="2011680" cy="292608"/>
          </a:xfrm>
          <a:prstGeom prst="rect">
            <a:avLst/>
          </a:prstGeom>
          <a:solidFill>
            <a:srgbClr val="009BB5">
              <a:alpha val="30000"/>
            </a:srgbClr>
          </a:solidFill>
          <a:ln w="6350">
            <a:solidFill>
              <a:srgbClr val="00C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731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C8E8"/>
                </a:solidFill>
              </a:rPr>
              <a:t>PROJET FIN D'ANNÉE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1188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DevNet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411480" y="2057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Réelles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Automatisation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8"/>
                </a:solidFill>
              </a:rPr>
              <a:t>Architecture DevOps · FastAPI · Docker · Monitoring Global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017520"/>
            <a:ext cx="3657600" cy="0"/>
          </a:xfrm>
          <a:prstGeom prst="line">
            <a:avLst/>
          </a:prstGeom>
          <a:noFill/>
          <a:ln w="12700">
            <a:solidFill>
              <a:srgbClr val="00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78"/>
                </a:solidFill>
              </a:rPr>
              <a:t>2024 — 2025  |  Ingénierie DevOps</a:t>
            </a:r>
            <a:endParaRPr lang="en-US" sz="10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097280"/>
            <a:ext cx="1005840" cy="1005840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822960" cy="822960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432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320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303520" cy="3474720"/>
          </a:xfrm>
          <a:prstGeom prst="rect">
            <a:avLst/>
          </a:prstGeom>
          <a:solidFill>
            <a:srgbClr val="0E2140"/>
          </a:solidFill>
          <a:ln w="6350">
            <a:solidFill>
              <a:srgbClr val="009BB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E8"/>
                </a:solidFill>
              </a:rPr>
              <a:t>Présentation du projet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</a:rPr>
              <a:t>Nous vous présentons notre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projet de fin d'année DevNet</a:t>
            </a:r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</a:rPr>
              <a:t> intitulé
</a:t>
            </a:r>
            <a:pPr indent="0" marL="0">
              <a:buNone/>
            </a:pPr>
            <a:r>
              <a:rPr lang="en-US" sz="1500" b="1" i="1" dirty="0">
                <a:solidFill>
                  <a:srgbClr val="00C8E8"/>
                </a:solidFill>
              </a:rPr>
              <a:t>"Applications Réelles &amp; Automatisation"
</a:t>
            </a:r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</a:rPr>
              <a:t>L'objectif est de développer une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web moderne</a:t>
            </a:r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</a:rPr>
              <a:t> intégrant 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</a:rPr>
              <a:t>principes du DevOps, de l'automatisation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</a:rPr>
              <a:t>et de la conteneurisation.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743200" cy="749808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06984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84848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BB8"/>
                </a:solidFill>
              </a:rPr>
              <a:t>Backend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84848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 Python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783080"/>
            <a:ext cx="2743200" cy="749808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3852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84848" y="1856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BB8"/>
                </a:solidFill>
              </a:rPr>
              <a:t>Infra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784848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 &amp; Compose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2651760"/>
            <a:ext cx="2743200" cy="749808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8072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84848" y="2724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BB8"/>
                </a:solidFill>
              </a:rPr>
              <a:t>API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784848" y="2999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Open-Meteo REST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26480" y="3520440"/>
            <a:ext cx="2743200" cy="749808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67588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84848" y="3593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BB8"/>
                </a:solidFill>
              </a:rPr>
              <a:t>Frontend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784848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320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Contexte &amp; Objectifs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0E2140"/>
          </a:solidFill>
          <a:ln w="6350">
            <a:solidFill>
              <a:srgbClr val="009BB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0E3D8A"/>
          </a:solidFill>
          <a:ln w="12700">
            <a:solidFill>
              <a:srgbClr val="0E3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8E8"/>
                </a:solidFill>
              </a:rPr>
              <a:t>CONTEXTE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 problème actuel :
</a:t>
            </a:r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</a:rPr>
              <a:t>Beaucoup d'applications fonctionnent mais ne sont pas </a:t>
            </a:r>
            <a:pPr indent="0" marL="0">
              <a:buNone/>
            </a:pPr>
            <a:r>
              <a:rPr lang="en-US" sz="1200" b="1" dirty="0">
                <a:solidFill>
                  <a:srgbClr val="00C8E8"/>
                </a:solidFill>
              </a:rPr>
              <a:t>automatisées</a:t>
            </a:r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</a:rPr>
              <a:t> ni facilement </a:t>
            </a:r>
            <a:pPr indent="0" marL="0">
              <a:buNone/>
            </a:pPr>
            <a:r>
              <a:rPr lang="en-US" sz="1200" b="1" dirty="0">
                <a:solidFill>
                  <a:srgbClr val="00C8E8"/>
                </a:solidFill>
              </a:rPr>
              <a:t>déployables</a:t>
            </a:r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</a:rPr>
              <a:t>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Notre réponse :
</a:t>
            </a:r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</a:rPr>
              <a:t>Créer une solution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réelle, scalable et automatisée</a:t>
            </a:r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</a:rPr>
              <a:t>, basée sur une architecture moderne DevOps.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621792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502920" cy="621792"/>
          </a:xfrm>
          <a:prstGeom prst="rect">
            <a:avLst/>
          </a:prstGeom>
          <a:solidFill>
            <a:srgbClr val="00C8E8">
              <a:alpha val="20000"/>
            </a:srgbClr>
          </a:solidFill>
          <a:ln w="6350">
            <a:solidFill>
              <a:srgbClr val="00C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144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8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91440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Application web fonctionnelle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618488"/>
            <a:ext cx="4023360" cy="621792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18488"/>
            <a:ext cx="502920" cy="621792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16184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Consommer des API 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4023360" cy="621792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22576"/>
            <a:ext cx="502920" cy="621792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2257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232257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Automatiser le déploiement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026664"/>
            <a:ext cx="4023360" cy="621792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26664"/>
            <a:ext cx="502920" cy="621792"/>
          </a:xfrm>
          <a:prstGeom prst="rect">
            <a:avLst/>
          </a:prstGeom>
          <a:solidFill>
            <a:srgbClr val="2496ED">
              <a:alpha val="20000"/>
            </a:srgbClr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266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302666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Docker &amp; conteneurisation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730752"/>
            <a:ext cx="4023360" cy="621792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30752"/>
            <a:ext cx="502920" cy="621792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73075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373075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Pratiques DevOps complètes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320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Technique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977640" y="914400"/>
            <a:ext cx="1188720" cy="475488"/>
          </a:xfrm>
          <a:prstGeom prst="ellipse">
            <a:avLst/>
          </a:prstGeom>
          <a:solidFill>
            <a:srgbClr val="0E3D8A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914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E8"/>
                </a:solidFill>
              </a:rPr>
              <a:t>User / Client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408176"/>
            <a:ext cx="0" cy="320040"/>
          </a:xfrm>
          <a:prstGeom prst="line">
            <a:avLst/>
          </a:prstGeom>
          <a:noFill/>
          <a:ln w="12700">
            <a:solidFill>
              <a:srgbClr val="00C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737360"/>
            <a:ext cx="2560320" cy="594360"/>
          </a:xfrm>
          <a:prstGeom prst="rect">
            <a:avLst/>
          </a:prstGeom>
          <a:solidFill>
            <a:srgbClr val="0E214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37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Frontend Web Dashboard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8"/>
                </a:solidFill>
              </a:rPr>
              <a:t>HTML · CSS · Chart.js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2350008"/>
            <a:ext cx="0" cy="32004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670048"/>
            <a:ext cx="2743200" cy="658368"/>
          </a:xfrm>
          <a:prstGeom prst="rect">
            <a:avLst/>
          </a:prstGeom>
          <a:solidFill>
            <a:srgbClr val="0E2140"/>
          </a:solidFill>
          <a:ln w="19050">
            <a:solidFill>
              <a:srgbClr val="1A5F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670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3FF"/>
                </a:solidFill>
              </a:rPr>
              <a:t>Backend Python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999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8"/>
                </a:solidFill>
              </a:rPr>
              <a:t>FastAPI · psutil · requests · CORS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3310128"/>
            <a:ext cx="-1463040" cy="45720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310128"/>
            <a:ext cx="1463040" cy="45720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67328"/>
            <a:ext cx="2286000" cy="566928"/>
          </a:xfrm>
          <a:prstGeom prst="rect">
            <a:avLst/>
          </a:prstGeom>
          <a:solidFill>
            <a:srgbClr val="0E21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External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8"/>
                </a:solidFill>
              </a:rPr>
              <a:t>Open-Meteo Weather API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2560320" cy="566928"/>
          </a:xfrm>
          <a:prstGeom prst="rect">
            <a:avLst/>
          </a:prstGeom>
          <a:solidFill>
            <a:srgbClr val="0E21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Docker Container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8"/>
                </a:solidFill>
              </a:rPr>
              <a:t>Docker Compose Orchestration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914400"/>
            <a:ext cx="45720" cy="1463040"/>
          </a:xfrm>
          <a:prstGeom prst="rect">
            <a:avLst/>
          </a:prstGeom>
          <a:solidFill>
            <a:srgbClr val="5BA3FF"/>
          </a:solidFill>
          <a:ln w="12700">
            <a:solidFill>
              <a:srgbClr val="5BA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914400"/>
            <a:ext cx="4572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914400"/>
            <a:ext cx="45720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868680"/>
            <a:ext cx="2377440" cy="530352"/>
          </a:xfrm>
          <a:prstGeom prst="rect">
            <a:avLst/>
          </a:prstGeom>
          <a:solidFill>
            <a:srgbClr val="0E2140"/>
          </a:solidFill>
          <a:ln w="6350">
            <a:solidFill>
              <a:srgbClr val="5BA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868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3FF"/>
                </a:solidFill>
              </a:rPr>
              <a:t>FastAPI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1124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Backend Python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1490472"/>
            <a:ext cx="2377440" cy="530352"/>
          </a:xfrm>
          <a:prstGeom prst="rect">
            <a:avLst/>
          </a:prstGeom>
          <a:solidFill>
            <a:srgbClr val="0E214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1490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psutil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1746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System Metrics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112264"/>
            <a:ext cx="2377440" cy="530352"/>
          </a:xfrm>
          <a:prstGeom prst="rect">
            <a:avLst/>
          </a:prstGeom>
          <a:solidFill>
            <a:srgbClr val="0E2140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112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Open-Meteo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2368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Free Weather REST API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320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DevOps &amp; Automatisation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554480" cy="1463040"/>
          </a:xfrm>
          <a:prstGeom prst="rect">
            <a:avLst/>
          </a:prstGeom>
          <a:solidFill>
            <a:srgbClr val="0E2140"/>
          </a:solidFill>
          <a:ln w="12700">
            <a:solidFill>
              <a:srgbClr val="00C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05840"/>
            <a:ext cx="475488" cy="475488"/>
          </a:xfrm>
          <a:prstGeom prst="ellipse">
            <a:avLst/>
          </a:prstGeom>
          <a:solidFill>
            <a:srgbClr val="00C8E8">
              <a:alpha val="20000"/>
            </a:srgbClr>
          </a:solidFill>
          <a:ln w="12700">
            <a:solidFill>
              <a:srgbClr val="00C8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02412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8"/>
                </a:solidFill>
              </a:rPr>
              <a:t>Code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Code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20240" y="1645920"/>
            <a:ext cx="91440" cy="0"/>
          </a:xfrm>
          <a:prstGeom prst="line">
            <a:avLst/>
          </a:prstGeom>
          <a:noFill/>
          <a:ln w="12700">
            <a:solidFill>
              <a:srgbClr val="4A5A7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029968" y="914400"/>
            <a:ext cx="1554480" cy="1463040"/>
          </a:xfrm>
          <a:prstGeom prst="rect">
            <a:avLst/>
          </a:prstGeom>
          <a:solidFill>
            <a:srgbClr val="0E2140"/>
          </a:solidFill>
          <a:ln w="12700">
            <a:solidFill>
              <a:srgbClr val="2496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78608" y="1005840"/>
            <a:ext cx="475488" cy="475488"/>
          </a:xfrm>
          <a:prstGeom prst="ellipse">
            <a:avLst/>
          </a:prstGeom>
          <a:solidFill>
            <a:srgbClr val="2496ED">
              <a:alpha val="20000"/>
            </a:srgbClr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024128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29968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96ED"/>
                </a:solidFill>
              </a:rPr>
              <a:t>Docker Build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29968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Build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584448" y="1645920"/>
            <a:ext cx="91440" cy="0"/>
          </a:xfrm>
          <a:prstGeom prst="line">
            <a:avLst/>
          </a:prstGeom>
          <a:noFill/>
          <a:ln w="12700">
            <a:solidFill>
              <a:srgbClr val="4A5A78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3694176" y="914400"/>
            <a:ext cx="1554480" cy="1463040"/>
          </a:xfrm>
          <a:prstGeom prst="rect">
            <a:avLst/>
          </a:prstGeom>
          <a:solidFill>
            <a:srgbClr val="0E21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42816" y="1005840"/>
            <a:ext cx="475488" cy="47548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024128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94176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Test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94176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Test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248656" y="1645920"/>
            <a:ext cx="91440" cy="0"/>
          </a:xfrm>
          <a:prstGeom prst="line">
            <a:avLst/>
          </a:prstGeom>
          <a:noFill/>
          <a:ln w="12700">
            <a:solidFill>
              <a:srgbClr val="4A5A78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5358384" y="914400"/>
            <a:ext cx="1554480" cy="1463040"/>
          </a:xfrm>
          <a:prstGeom prst="rect">
            <a:avLst/>
          </a:prstGeom>
          <a:solidFill>
            <a:srgbClr val="0E21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07024" y="1005840"/>
            <a:ext cx="475488" cy="475488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024128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58384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CI/CD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358384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Integrate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912864" y="1645920"/>
            <a:ext cx="91440" cy="0"/>
          </a:xfrm>
          <a:prstGeom prst="line">
            <a:avLst/>
          </a:prstGeom>
          <a:noFill/>
          <a:ln w="12700">
            <a:solidFill>
              <a:srgbClr val="4A5A78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7022592" y="914400"/>
            <a:ext cx="1554480" cy="1463040"/>
          </a:xfrm>
          <a:prstGeom prst="rect">
            <a:avLst/>
          </a:prstGeom>
          <a:solidFill>
            <a:srgbClr val="0E21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71232" y="1005840"/>
            <a:ext cx="475488" cy="47548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024128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22592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Deploy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022592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Ship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65760" y="2743200"/>
            <a:ext cx="2011680" cy="2148840"/>
          </a:xfrm>
          <a:prstGeom prst="rect">
            <a:avLst/>
          </a:prstGeom>
          <a:solidFill>
            <a:srgbClr val="0C1C38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65760" y="2743200"/>
            <a:ext cx="201168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8036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57200" y="3675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Isolation des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&amp; reproductibilité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2532888" y="2743200"/>
            <a:ext cx="2011680" cy="2148840"/>
          </a:xfrm>
          <a:prstGeom prst="rect">
            <a:avLst/>
          </a:prstGeom>
          <a:solidFill>
            <a:srgbClr val="0C1C38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2532888" y="2743200"/>
            <a:ext cx="201168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328" y="2880360"/>
            <a:ext cx="411480" cy="4114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624328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APIs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2624328" y="3675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Architecture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microservices moderne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4700016" y="2743200"/>
            <a:ext cx="2011680" cy="2148840"/>
          </a:xfrm>
          <a:prstGeom prst="rect">
            <a:avLst/>
          </a:prstGeom>
          <a:solidFill>
            <a:srgbClr val="0C1C38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4700016" y="274320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2880360"/>
            <a:ext cx="411480" cy="41148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79145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CI/CD Ready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4791456" y="3675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GitHub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pipeline intégrable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6867144" y="2743200"/>
            <a:ext cx="2011680" cy="2148840"/>
          </a:xfrm>
          <a:prstGeom prst="rect">
            <a:avLst/>
          </a:prstGeom>
          <a:solidFill>
            <a:srgbClr val="0C1C38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867144" y="274320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8584" y="2880360"/>
            <a:ext cx="411480" cy="41148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95858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6958584" y="3675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CPU · RAM · Disk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8"/>
                </a:solidFill>
              </a:rPr>
              <a:t>en temps réel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320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Fonctionnalités du Système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69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05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Monitoring Système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1289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</a:rPr>
              <a:t>CPU, RAM, Disk, Réseau en temps réel via psutil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737360"/>
            <a:ext cx="5029200" cy="731520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280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1828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Météo Mondiale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97280" y="2112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</a:rPr>
              <a:t>21 villes — API Open-Meteo avec données WMO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560320"/>
            <a:ext cx="5029200" cy="731520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1576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2651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Live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97280" y="2935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</a:rPr>
              <a:t>Interface HTML dark, auto-refresh toutes les 15s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383280"/>
            <a:ext cx="5029200" cy="731520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3872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474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Registry Villes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97280" y="3758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</a:rPr>
              <a:t>Recherche, filtre par pays, coordonnées GPS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4206240"/>
            <a:ext cx="5029200" cy="731520"/>
          </a:xfrm>
          <a:prstGeom prst="rect">
            <a:avLst/>
          </a:prstGeom>
          <a:solidFill>
            <a:srgbClr val="0E2140"/>
          </a:solidFill>
          <a:ln w="6350">
            <a:solidFill>
              <a:srgbClr val="1A35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4206240"/>
            <a:ext cx="54864" cy="7315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36168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 Ready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97280" y="4581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</a:rPr>
              <a:t>Backend + Frontend conteneurisés, 1 commande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806440" y="914400"/>
            <a:ext cx="3017520" cy="3931920"/>
          </a:xfrm>
          <a:prstGeom prst="rect">
            <a:avLst/>
          </a:prstGeom>
          <a:solidFill>
            <a:srgbClr val="0E2140"/>
          </a:solidFill>
          <a:ln w="6350">
            <a:solidFill>
              <a:srgbClr val="009BB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59893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8E8"/>
                </a:solidFill>
              </a:rPr>
              <a:t>API Endpoints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943600" y="1417320"/>
            <a:ext cx="2651760" cy="502920"/>
          </a:xfrm>
          <a:prstGeom prst="rect">
            <a:avLst/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03504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5379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5943600" y="1993392"/>
            <a:ext cx="2651760" cy="502920"/>
          </a:xfrm>
          <a:prstGeom prst="rect">
            <a:avLst/>
          </a:prstGeom>
          <a:solidFill>
            <a:srgbClr val="00C8E8">
              <a:alpha val="10000"/>
            </a:srgbClr>
          </a:solidFill>
          <a:ln w="6350">
            <a:solidFill>
              <a:srgbClr val="00C8E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035040" y="1993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</a:rPr>
              <a:t>GET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6537960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/api/system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943600" y="2569464"/>
            <a:ext cx="2651760" cy="502920"/>
          </a:xfrm>
          <a:prstGeom prst="rect">
            <a:avLst/>
          </a:prstGeom>
          <a:solidFill>
            <a:srgbClr val="F97316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035040" y="25694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GET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6537960" y="25694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/api/cities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5943600" y="3145536"/>
            <a:ext cx="2651760" cy="502920"/>
          </a:xfrm>
          <a:prstGeom prst="rect">
            <a:avLst/>
          </a:prstGeom>
          <a:solidFill>
            <a:srgbClr val="8B5CF6">
              <a:alpha val="1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035040" y="31455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GET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6537960" y="314553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/api/stats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943600" y="3721608"/>
            <a:ext cx="2651760" cy="502920"/>
          </a:xfrm>
          <a:prstGeom prst="rect">
            <a:avLst/>
          </a:prstGeom>
          <a:solidFill>
            <a:srgbClr val="2496ED">
              <a:alpha val="10000"/>
            </a:srgbClr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035040" y="3721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96ED"/>
                </a:solidFill>
              </a:rPr>
              <a:t>GET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6537960" y="3721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/api/weather/{city}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5943600" y="4389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E8"/>
                </a:solidFill>
              </a:rPr>
              <a:t>21</a:t>
            </a:r>
            <a:endParaRPr lang="en-US" sz="2800" dirty="0"/>
          </a:p>
        </p:txBody>
      </p:sp>
      <p:sp>
        <p:nvSpPr>
          <p:cNvPr id="49" name="Text 42"/>
          <p:cNvSpPr/>
          <p:nvPr/>
        </p:nvSpPr>
        <p:spPr>
          <a:xfrm>
            <a:off x="594360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Villes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6903720" y="4389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E8"/>
                </a:solidFill>
              </a:rPr>
              <a:t>7</a:t>
            </a:r>
            <a:endParaRPr lang="en-US" sz="2800" dirty="0"/>
          </a:p>
        </p:txBody>
      </p:sp>
      <p:sp>
        <p:nvSpPr>
          <p:cNvPr id="51" name="Text 44"/>
          <p:cNvSpPr/>
          <p:nvPr/>
        </p:nvSpPr>
        <p:spPr>
          <a:xfrm>
            <a:off x="6903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Pays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7863840" y="4389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E8"/>
                </a:solidFill>
              </a:rPr>
              <a:t>5</a:t>
            </a:r>
            <a:endParaRPr lang="en-US" sz="2800" dirty="0"/>
          </a:p>
        </p:txBody>
      </p:sp>
      <p:sp>
        <p:nvSpPr>
          <p:cNvPr id="53" name="Text 46"/>
          <p:cNvSpPr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8"/>
                </a:solidFill>
              </a:rPr>
              <a:t>Endpoints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3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371600" y="457200"/>
            <a:ext cx="5029200" cy="5029200"/>
          </a:xfrm>
          <a:prstGeom prst="ellipse">
            <a:avLst/>
          </a:prstGeom>
          <a:solidFill>
            <a:srgbClr val="0D2550">
              <a:alpha val="70000"/>
            </a:srgbClr>
          </a:solidFill>
          <a:ln w="12700">
            <a:solidFill>
              <a:srgbClr val="009B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20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914400"/>
            <a:ext cx="5120640" cy="1463040"/>
          </a:xfrm>
          <a:prstGeom prst="rect">
            <a:avLst/>
          </a:prstGeom>
          <a:solidFill>
            <a:srgbClr val="0E2140"/>
          </a:solidFill>
          <a:ln w="6350">
            <a:solidFill>
              <a:srgbClr val="009BB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914400"/>
            <a:ext cx="64008" cy="146304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10058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8"/>
                </a:solidFill>
              </a:rPr>
              <a:t>"Notre objectif n'était pas seulement de développer une application, mais de simuler un environnement industriel DevOps complet."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2615184"/>
            <a:ext cx="347472" cy="347472"/>
          </a:xfrm>
          <a:prstGeom prst="ellipse">
            <a:avLst/>
          </a:prstGeom>
          <a:solidFill>
            <a:srgbClr val="5BA3FF">
              <a:alpha val="15000"/>
            </a:srgbClr>
          </a:solidFill>
          <a:ln w="12700">
            <a:solidFill>
              <a:srgbClr val="5BA3FF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633472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Développement backend Python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3163824"/>
            <a:ext cx="347472" cy="347472"/>
          </a:xfrm>
          <a:prstGeom prst="ellipse">
            <a:avLst/>
          </a:prstGeom>
          <a:solidFill>
            <a:srgbClr val="2496ED">
              <a:alpha val="15000"/>
            </a:srgbClr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182112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601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Docker &amp; conteneurisation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2920" y="3712464"/>
            <a:ext cx="347472" cy="34747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730752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6012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Automatisation DevOps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502920" y="4261104"/>
            <a:ext cx="347472" cy="347472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279392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01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Architecture microservices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760720" y="914400"/>
            <a:ext cx="3063240" cy="3931920"/>
          </a:xfrm>
          <a:prstGeom prst="rect">
            <a:avLst/>
          </a:prstGeom>
          <a:solidFill>
            <a:srgbClr val="0E2140"/>
          </a:solidFill>
          <a:ln w="6350">
            <a:solidFill>
              <a:srgbClr val="009BB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E8"/>
                </a:solidFill>
              </a:rPr>
              <a:t>PROCHAINES ÉTAPES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897880" y="1417320"/>
            <a:ext cx="2743200" cy="777240"/>
          </a:xfrm>
          <a:prstGeom prst="rect">
            <a:avLst/>
          </a:prstGeom>
          <a:solidFill>
            <a:srgbClr val="F97316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989320" y="14173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1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6373368" y="1463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Pipeline CI/CD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5897880" y="2286000"/>
            <a:ext cx="2743200" cy="777240"/>
          </a:xfrm>
          <a:prstGeom prst="rect">
            <a:avLst/>
          </a:prstGeom>
          <a:solidFill>
            <a:srgbClr val="8B5CF6">
              <a:alpha val="1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989320" y="2286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2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6373368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Base de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PostgreSQL / Redis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5897880" y="3154680"/>
            <a:ext cx="2743200" cy="777240"/>
          </a:xfrm>
          <a:prstGeom prst="rect">
            <a:avLst/>
          </a:prstGeom>
          <a:solidFill>
            <a:srgbClr val="00C8E8">
              <a:alpha val="10000"/>
            </a:srgbClr>
          </a:solidFill>
          <a:ln w="6350">
            <a:solidFill>
              <a:srgbClr val="00C8E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989320" y="3154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E8"/>
                </a:solidFill>
              </a:rPr>
              <a:t>3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6373368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Auth JWT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&amp; sécurité avancée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897880" y="4023360"/>
            <a:ext cx="2743200" cy="777240"/>
          </a:xfrm>
          <a:prstGeom prst="rect">
            <a:avLst/>
          </a:prstGeom>
          <a:solidFill>
            <a:srgbClr val="2496ED">
              <a:alpha val="10000"/>
            </a:srgbClr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989320" y="402336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96ED"/>
                </a:solidFill>
              </a:rPr>
              <a:t>4</a:t>
            </a:r>
            <a:endParaRPr lang="en-US" sz="1600" dirty="0"/>
          </a:p>
        </p:txBody>
      </p:sp>
      <p:sp>
        <p:nvSpPr>
          <p:cNvPr id="51" name="Text 45"/>
          <p:cNvSpPr/>
          <p:nvPr/>
        </p:nvSpPr>
        <p:spPr>
          <a:xfrm>
            <a:off x="6373368" y="40690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Kubernetes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</a:rPr>
              <a:t>&amp; cloud scaling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457200" y="4617720"/>
            <a:ext cx="5120640" cy="411480"/>
          </a:xfrm>
          <a:prstGeom prst="rect">
            <a:avLst/>
          </a:prstGeom>
          <a:solidFill>
            <a:srgbClr val="0E3D8A"/>
          </a:solidFill>
          <a:ln w="6350">
            <a:solidFill>
              <a:srgbClr val="00C8E8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45720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8"/>
                </a:solidFill>
              </a:rPr>
              <a:t>Merci de votre attention  — 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DevNet — Applications Réelles &amp; Automatisation</dc:title>
  <dc:subject>PptxGenJS Presentation</dc:subject>
  <dc:creator>DevNet Team</dc:creator>
  <cp:lastModifiedBy>DevNet Team</cp:lastModifiedBy>
  <cp:revision>1</cp:revision>
  <dcterms:created xsi:type="dcterms:W3CDTF">2026-05-05T06:01:29Z</dcterms:created>
  <dcterms:modified xsi:type="dcterms:W3CDTF">2026-05-05T06:01:29Z</dcterms:modified>
</cp:coreProperties>
</file>